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</p:embeddedFont>
    <p:embeddedFont>
      <p:font typeface="Roboto Mono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71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7788"/>
            <a:ext cx="93736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Meet the Collab Creators Team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01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Name:</a:t>
            </a:r>
            <a:r>
              <a:rPr lang="en-US" sz="200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Collab Creators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88" y="31452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Leader &amp; member:</a:t>
            </a: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Jasveer Singh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89" y="38706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b="1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Email:</a:t>
            </a: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u="sng" kern="0" spc="-18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24f3004133@ds.study.iitm.ac.in</a:t>
            </a:r>
            <a:endParaRPr lang="en-IN" dirty="0"/>
          </a:p>
          <a:p>
            <a:br>
              <a:rPr lang="en-IN" dirty="0"/>
            </a:br>
            <a:r>
              <a:rPr lang="en-IN" dirty="0"/>
              <a:t>24f3004133@ds.study.iitm.ac.in</a:t>
            </a:r>
          </a:p>
          <a:p>
            <a:br>
              <a:rPr lang="en-IN" sz="1600" dirty="0"/>
            </a:b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87" y="45057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Phone:</a:t>
            </a: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+91-9752730062,7909730062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650176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CE128C-60E8-4244-A318-6CCF9E4A1D8D}"/>
              </a:ext>
            </a:extLst>
          </p:cNvPr>
          <p:cNvSpPr txBox="1"/>
          <p:nvPr/>
        </p:nvSpPr>
        <p:spPr>
          <a:xfrm>
            <a:off x="12772390" y="7772400"/>
            <a:ext cx="1771650" cy="36933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558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Overview: COLLAB-SPHERE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573304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Name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29053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COLLAB-SPHERE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573304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Tagline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429053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Idea to Impact — Together!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07067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Subtitle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2429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Student-Friendly Open Source Collaboration Platform</a:t>
            </a:r>
            <a:endParaRPr lang="en-US" sz="17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F3CBD-5031-4AFD-91A7-2A408BDBBE30}"/>
              </a:ext>
            </a:extLst>
          </p:cNvPr>
          <p:cNvSpPr txBox="1"/>
          <p:nvPr/>
        </p:nvSpPr>
        <p:spPr>
          <a:xfrm>
            <a:off x="12744543" y="7782984"/>
            <a:ext cx="1771650" cy="36933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463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Challenges Students Face in Open Source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592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3592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Where to Start?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84964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Unclear entry points for beginners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592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10908983" y="335922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Finding Beginner Projects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08983" y="420397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accessible, friendly projects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1174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411748"/>
            <a:ext cx="3554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Teamwork &amp; Discussions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0216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central platform for collaboration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5202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</a:t>
            </a: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Simplify open-source contribution for students</a:t>
            </a:r>
            <a:endParaRPr lang="en-US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63315-1576-4E72-AA30-A17CEB30F0B3}"/>
              </a:ext>
            </a:extLst>
          </p:cNvPr>
          <p:cNvSpPr txBox="1"/>
          <p:nvPr/>
        </p:nvSpPr>
        <p:spPr>
          <a:xfrm>
            <a:off x="12727901" y="7736444"/>
            <a:ext cx="1771650" cy="36933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247"/>
            <a:ext cx="87272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COLLAB-SPHERE: Our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Create Accounts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student registration and login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20001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Share Project Ideas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75547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skills needed for teamwork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20001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"I'm Interested" Button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75547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project teams seamlessly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Discussion Boards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40114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 real-time collaboration</a:t>
            </a:r>
            <a:endParaRPr lang="en-US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0659D-8F09-4854-B254-30315C11A346}"/>
              </a:ext>
            </a:extLst>
          </p:cNvPr>
          <p:cNvSpPr txBox="1"/>
          <p:nvPr/>
        </p:nvSpPr>
        <p:spPr>
          <a:xfrm>
            <a:off x="12306300" y="7358777"/>
            <a:ext cx="2267743" cy="82018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6153"/>
            <a:ext cx="9696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Core Features of COLLAB-SPHERE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5820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1818561"/>
            <a:ext cx="3230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Student Login/Signup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45274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7579" y="3105626"/>
            <a:ext cx="4038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Discussion Boards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3234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4392692"/>
            <a:ext cx="4038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Listed Skill Requirements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719405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87579" y="5679758"/>
            <a:ext cx="3715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"I'm Interested" Button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7006471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87579" y="6966823"/>
            <a:ext cx="3554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Filter/Search Projects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A207C-A978-4C3C-9B77-BAF96CB0DF1D}"/>
              </a:ext>
            </a:extLst>
          </p:cNvPr>
          <p:cNvSpPr txBox="1"/>
          <p:nvPr/>
        </p:nvSpPr>
        <p:spPr>
          <a:xfrm>
            <a:off x="12251690" y="7573447"/>
            <a:ext cx="2378710" cy="656153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8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3389947"/>
            <a:ext cx="5557480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kern="0" spc="-13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Technology Stack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954" y="4418052"/>
            <a:ext cx="13074491" cy="3203138"/>
          </a:xfrm>
          <a:prstGeom prst="roundRect">
            <a:avLst>
              <a:gd name="adj" fmla="val 104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5574" y="4425672"/>
            <a:ext cx="13059251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7864" y="456664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1300" y="456664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HTML, CSS, JavaScript, React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85574" y="5063252"/>
            <a:ext cx="13059251" cy="6375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7864" y="520422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41300" y="520422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Node.js, Express.js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85574" y="5700832"/>
            <a:ext cx="13059251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7864" y="584180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41300" y="5841802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85574" y="6338411"/>
            <a:ext cx="13059251" cy="6375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07864" y="6479381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541300" y="6479381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Firebase/Auth0 (to be finalized)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85574" y="6975991"/>
            <a:ext cx="13059251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07864" y="7116961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541300" y="7116961"/>
            <a:ext cx="6081236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&amp; GitHub</a:t>
            </a:r>
            <a:endParaRPr lang="en-US" sz="17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23268-47AC-4202-809F-2EAE71F31814}"/>
              </a:ext>
            </a:extLst>
          </p:cNvPr>
          <p:cNvSpPr txBox="1"/>
          <p:nvPr/>
        </p:nvSpPr>
        <p:spPr>
          <a:xfrm>
            <a:off x="12543790" y="7639169"/>
            <a:ext cx="2086610" cy="611981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Pre-Alpha Wireframe Sketch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Homepage with project lists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project post with “I'm Interested”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Discussion area below project details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1579B-2EA4-43E2-874F-014B20DCB5A8}"/>
              </a:ext>
            </a:extLst>
          </p:cNvPr>
          <p:cNvSpPr txBox="1"/>
          <p:nvPr/>
        </p:nvSpPr>
        <p:spPr>
          <a:xfrm>
            <a:off x="12584430" y="7619167"/>
            <a:ext cx="2045970" cy="55221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458" y="486966"/>
            <a:ext cx="4525566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kern="0" spc="-10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User Flow Overview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1391126"/>
            <a:ext cx="882134" cy="1058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4149" y="1567458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Visit Homepage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2449711"/>
            <a:ext cx="882134" cy="10585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64149" y="262604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Sign Up / Log In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Browse Projects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64149" y="4743212"/>
            <a:ext cx="276558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Click “I’m Interested”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Join Discussion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64149" y="6860381"/>
            <a:ext cx="301704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kern="0" spc="-52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Collaborate &amp; Contribute</a:t>
            </a:r>
            <a:endParaRPr lang="en-US" sz="1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F1BD0-FD2B-4DE6-A294-28F25FBAB114}"/>
              </a:ext>
            </a:extLst>
          </p:cNvPr>
          <p:cNvSpPr txBox="1"/>
          <p:nvPr/>
        </p:nvSpPr>
        <p:spPr>
          <a:xfrm>
            <a:off x="12287250" y="7375089"/>
            <a:ext cx="2343150" cy="73509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9586"/>
            <a:ext cx="61413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171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817144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GitHub Repo Integration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6962" y="38171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6" name="Text 4"/>
          <p:cNvSpPr/>
          <p:nvPr/>
        </p:nvSpPr>
        <p:spPr>
          <a:xfrm>
            <a:off x="5954078" y="3817144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Contributor Badges &amp; Certifications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40133" y="38171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10377249" y="3817144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AI-Powered Project Matching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5064562"/>
            <a:ext cx="4200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Team Formation Suggestions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8165783" y="5064562"/>
            <a:ext cx="4523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Moderation Dashboard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096B0-5022-47DB-9C5F-DA23C86666BD}"/>
              </a:ext>
            </a:extLst>
          </p:cNvPr>
          <p:cNvSpPr txBox="1"/>
          <p:nvPr/>
        </p:nvSpPr>
        <p:spPr>
          <a:xfrm>
            <a:off x="12424410" y="7520940"/>
            <a:ext cx="2205990" cy="708660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59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83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Empowering students to enter open-source confidently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Contact: </a:t>
            </a:r>
            <a:r>
              <a:rPr lang="en-US" sz="1750" u="sng" kern="0" spc="-18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24f3004133@ds.study.iitm.ac.in</a:t>
            </a:r>
            <a:endParaRPr lang="en-IN" sz="160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Phone: +91-7909730062,9752730062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32546"/>
            <a:ext cx="13042821" cy="618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on GitHub:   /Jasveer140206 </a:t>
            </a:r>
          </a:p>
          <a:p>
            <a:pPr>
              <a:lnSpc>
                <a:spcPts val="2850"/>
              </a:lnSpc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 &amp; LinkedIn :   /jasveer1402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89" y="58853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1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build the future together with COLLAB-SPHERE!</a:t>
            </a:r>
            <a:endParaRPr lang="en-US" sz="1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198D9-2E5E-472C-9159-22682B185443}"/>
              </a:ext>
            </a:extLst>
          </p:cNvPr>
          <p:cNvSpPr txBox="1"/>
          <p:nvPr/>
        </p:nvSpPr>
        <p:spPr>
          <a:xfrm>
            <a:off x="12607290" y="7505938"/>
            <a:ext cx="2023110" cy="723662"/>
          </a:xfrm>
          <a:prstGeom prst="rect">
            <a:avLst/>
          </a:prstGeom>
          <a:solidFill>
            <a:srgbClr val="21212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315</Words>
  <Application>Microsoft Office PowerPoint</Application>
  <PresentationFormat>Custom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Mono Medium</vt:lpstr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Jasveer Singh</cp:lastModifiedBy>
  <cp:revision>3</cp:revision>
  <dcterms:created xsi:type="dcterms:W3CDTF">2025-04-24T18:09:42Z</dcterms:created>
  <dcterms:modified xsi:type="dcterms:W3CDTF">2025-04-24T18:22:01Z</dcterms:modified>
</cp:coreProperties>
</file>